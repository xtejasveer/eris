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Today: while loops - repeating code as long as a condition is true.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for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for loop repeats once for every item in a sequence.</a:t>
            </a:r>
          </a:p>
          <a:p>
            <a:r>
              <a:t>We use it when we know how many times to repeat.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while loop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condition:</a:t>
            </a:r>
          </a:p>
          <a:p>
            <a:r>
              <a:t>    body</a:t>
            </a:r>
          </a:p>
          <a:p>
            <a:r>
              <a:t>Python checks the condition before every round. When it is False, the loop stops.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Counting with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 = 1</a:t>
            </a:r>
          </a:p>
          <a:p>
            <a:r>
              <a:t>while count &lt;= 5:</a:t>
            </a:r>
          </a:p>
          <a:p>
            <a:r>
              <a:t>    print(count)</a:t>
            </a:r>
          </a:p>
          <a:p>
            <a:r>
              <a:t>    count = count + 1</a:t>
            </a:r>
          </a:p>
          <a:p>
            <a:r>
              <a:t>The update line (count = count + 1) moves the loop towards stopping.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Infinite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the condition never becomes False, the loop never ends.</a:t>
            </a:r>
          </a:p>
          <a:p>
            <a:r>
              <a:t>Forgetting the update line is the most common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 stops the loop immediately, even if the condition is still True.</a:t>
            </a:r>
          </a:p>
          <a:p>
            <a:r>
              <a:t>Useful when we find what we are looking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or while?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for: we know the number of rounds (each item in a list).</a:t>
            </a:r>
          </a:p>
          <a:p>
            <a:r>
              <a:t>while: we repeat until something happens (a target score, a total).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