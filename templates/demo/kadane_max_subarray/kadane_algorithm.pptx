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A33"/>
                </a:solidFill>
                <a:latin typeface="Calibri"/>
              </a:rPr>
              <a:t>current and best at each index (i: x)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1E9E8C"/>
            </a:solidFill>
            <a:ln w="31750" cap="flat">
              <a:solidFill>
                <a:srgbClr val="1E9E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9E8C"/>
              </a:solidFill>
              <a:ln w="9525" cap="flat">
                <a:solidFill>
                  <a:srgbClr val="1E9E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0: -2</c:v>
                  </c:pt>
                  <c:pt idx="1">
                    <c:v>1: 1</c:v>
                  </c:pt>
                  <c:pt idx="2">
                    <c:v>2: -3</c:v>
                  </c:pt>
                  <c:pt idx="3">
                    <c:v>3: 4</c:v>
                  </c:pt>
                  <c:pt idx="4">
                    <c:v>4: -1</c:v>
                  </c:pt>
                  <c:pt idx="5">
                    <c:v>5: 2</c:v>
                  </c:pt>
                  <c:pt idx="6">
                    <c:v>6: 1</c:v>
                  </c:pt>
                  <c:pt idx="7">
                    <c:v>7: -5</c:v>
                  </c:pt>
                  <c:pt idx="8">
                    <c:v>8: 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-2</c:v>
                </c:pt>
                <c:pt idx="1">
                  <c:v>1</c:v>
                </c:pt>
                <c:pt idx="2">
                  <c:v>-2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  <c:pt idx="6">
                  <c:v>6</c:v>
                </c:pt>
                <c:pt idx="7">
                  <c:v>1</c:v>
                </c:pt>
                <c:pt idx="8">
                  <c:v>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</c:v>
                </c:pt>
              </c:strCache>
            </c:strRef>
          </c:tx>
          <c:spPr>
            <a:solidFill>
              <a:srgbClr val="F2B134"/>
            </a:solidFill>
            <a:ln w="31750" cap="flat">
              <a:solidFill>
                <a:srgbClr val="F2B1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B134"/>
              </a:solidFill>
              <a:ln w="9525" cap="flat">
                <a:solidFill>
                  <a:srgbClr val="F2B1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0: -2</c:v>
                  </c:pt>
                  <c:pt idx="1">
                    <c:v>1: 1</c:v>
                  </c:pt>
                  <c:pt idx="2">
                    <c:v>2: -3</c:v>
                  </c:pt>
                  <c:pt idx="3">
                    <c:v>3: 4</c:v>
                  </c:pt>
                  <c:pt idx="4">
                    <c:v>4: -1</c:v>
                  </c:pt>
                  <c:pt idx="5">
                    <c:v>5: 2</c:v>
                  </c:pt>
                  <c:pt idx="6">
                    <c:v>6: 1</c:v>
                  </c:pt>
                  <c:pt idx="7">
                    <c:v>7: -5</c:v>
                  </c:pt>
                  <c:pt idx="8">
                    <c:v>8: 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-2</c:v>
                </c:pt>
                <c:pt idx="1">
                  <c:v>1</c:v>
                </c:pt>
                <c:pt idx="2">
                  <c:v>1</c:v>
                </c:pt>
                <c:pt idx="3">
                  <c:v>4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-3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6B7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One problem, explained in depth: the largest sum of a run of consecutive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Kadane's Algorithm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subarray sum, in a single pass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7033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A3644"/>
          </a:solidFill>
          <a:ln w="15875">
            <a:solidFill>
              <a:srgbClr val="3A4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37033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A3644"/>
          </a:solidFill>
          <a:ln w="15875">
            <a:solidFill>
              <a:srgbClr val="3A4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37033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A3644"/>
          </a:solidFill>
          <a:ln w="15875">
            <a:solidFill>
              <a:srgbClr val="3A4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68880" y="37033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2B134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688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08960" y="37033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2B134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08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9040" y="37033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2B134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0" y="37033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2B134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37033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A3644"/>
          </a:solidFill>
          <a:ln w="15875">
            <a:solidFill>
              <a:srgbClr val="3A475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0" y="37033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A3644"/>
          </a:solidFill>
          <a:ln w="15875">
            <a:solidFill>
              <a:srgbClr val="3A47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703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of numbers, find the contiguous stretch whose sum is largest.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609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91640" y="187452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91640" y="1874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6609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87452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1874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6609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87452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2B134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7560" y="1874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26609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187452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2B134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60520" y="1874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26609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187452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2B134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1874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26609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06440" y="187452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2B134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06440" y="1874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26609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187452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29400" y="1874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26609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52360" y="187452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52360" y="1874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26609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68680" y="3246120"/>
            <a:ext cx="7406640" cy="1143000"/>
          </a:xfrm>
          <a:prstGeom prst="roundRect">
            <a:avLst>
              <a:gd name="adj" fmla="val 96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97280" y="336499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subarray: </a:t>
            </a:r>
            <a:pPr indent="0" marL="0">
              <a:buNone/>
            </a:pPr>
            <a:r>
              <a:rPr lang="en-US" sz="1700" b="1" dirty="0">
                <a:solidFill>
                  <a:srgbClr val="1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[4, -1, 2, 1]</a:t>
            </a:r>
            <a:pPr indent="0" marL="0">
              <a:buNone/>
            </a:pPr>
            <a:r>
              <a:rPr lang="en-US" sz="17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(indices 3 to 6)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382219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sum: </a:t>
            </a:r>
            <a:pPr indent="0" marL="0">
              <a:buNone/>
            </a:pPr>
            <a:r>
              <a:rPr lang="en-US" sz="1700" dirty="0">
                <a:solidFill>
                  <a:srgbClr val="1F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4 - 1 + 2 + 1 = 6</a:t>
            </a:r>
            <a:pPr indent="0" marL="0">
              <a:buNone/>
            </a:pPr>
            <a:r>
              <a:rPr lang="en-US" sz="17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other run adds up to more.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problem shows 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2578608" cy="3017520"/>
          </a:xfrm>
          <a:prstGeom prst="roundRect">
            <a:avLst>
              <a:gd name="adj" fmla="val 4255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777240" cy="777240"/>
          </a:xfrm>
          <a:prstGeom prst="ellipse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74101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prices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718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stretch of days to hold a share, from daily price changes.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64408" y="1280160"/>
            <a:ext cx="2578608" cy="3017520"/>
          </a:xfrm>
          <a:prstGeom prst="roundRect">
            <a:avLst>
              <a:gd name="adj" fmla="val 4255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38728" y="1554480"/>
            <a:ext cx="777240" cy="777240"/>
          </a:xfrm>
          <a:prstGeom prst="ellipse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266" y="174101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38728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538728" y="29718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burst in a noisy sensor reading.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25896" y="1280160"/>
            <a:ext cx="2578608" cy="3017520"/>
          </a:xfrm>
          <a:prstGeom prst="roundRect">
            <a:avLst>
              <a:gd name="adj" fmla="val 4255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0216" y="1554480"/>
            <a:ext cx="777240" cy="777240"/>
          </a:xfrm>
          <a:prstGeom prst="ellipse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54" y="174101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0216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streaks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9718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player's best run of points, where some rounds lose points.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idea: try every subarray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4846320" cy="3108960"/>
          </a:xfrm>
          <a:prstGeom prst="roundRect">
            <a:avLst>
              <a:gd name="adj" fmla="val 2941"/>
            </a:avLst>
          </a:prstGeom>
          <a:solidFill>
            <a:srgbClr val="1D232B"/>
          </a:solidFill>
          <a:ln w="12700">
            <a:solidFill>
              <a:srgbClr val="1D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99032"/>
            <a:ext cx="438912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max_sub_brute(arr):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best = arr[0]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range(len(arr)):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= 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j in range(i, len(arr)):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 += arr[j]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best = max(best, total)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best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234440"/>
            <a:ext cx="2971800" cy="1417320"/>
          </a:xfrm>
          <a:prstGeom prst="roundRect">
            <a:avLst>
              <a:gd name="adj" fmla="val 774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E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2057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subarrays to check for just 9 numbers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2926080"/>
            <a:ext cx="2971800" cy="1417320"/>
          </a:xfrm>
          <a:prstGeom prst="roundRect">
            <a:avLst>
              <a:gd name="adj" fmla="val 774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2926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doubling the input makes it 4x slower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insight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8138160" cy="1417320"/>
          </a:xfrm>
          <a:prstGeom prst="roundRect">
            <a:avLst>
              <a:gd name="adj" fmla="val 7742"/>
            </a:avLst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running sum that has gone negative can only drag the next numbers down. Drop it and start fresh.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297180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old sum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5643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(-2) + 1 = -1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09160" y="297180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E3F4EF"/>
          </a:solidFill>
          <a:ln w="12700">
            <a:solidFill>
              <a:srgbClr val="E3F4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at 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345643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numbers do all the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31920" cy="3154680"/>
          </a:xfrm>
          <a:prstGeom prst="roundRect">
            <a:avLst>
              <a:gd name="adj" fmla="val 347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63040"/>
            <a:ext cx="685800" cy="685800"/>
          </a:xfrm>
          <a:prstGeom prst="ellipse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6276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63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sum of a run that ends exactly here.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324612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32461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max(x, current + x)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09160" y="1234440"/>
            <a:ext cx="3931920" cy="3154680"/>
          </a:xfrm>
          <a:prstGeom prst="roundRect">
            <a:avLst>
              <a:gd name="adj" fmla="val 347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463040"/>
            <a:ext cx="685800" cy="68580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6276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06440" y="1463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2331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sum seen anywhere so far.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983480" y="324612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120640" y="32461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max(best, current)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it by hand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44805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146304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188720"/>
            <a:ext cx="3337560" cy="3291840"/>
          </a:xfrm>
          <a:prstGeom prst="roundRect">
            <a:avLst>
              <a:gd name="adj" fmla="val 333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532120" y="141732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 = 3, current jumps to 4: starting fresh beats carrying -2.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 = 3 to 6, current grows: 4, 3, 5, 6.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stops at 6. The -5 at i = 7 can't beat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the running sum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143000"/>
          <a:ext cx="55778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355080" y="1143000"/>
            <a:ext cx="2286000" cy="3429000"/>
          </a:xfrm>
          <a:prstGeom prst="roundRect">
            <a:avLst>
              <a:gd name="adj" fmla="val 48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37960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E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53796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sum, reached at i = 6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278892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dips below zero only at the start, so the run restarts at i = 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5120640" cy="3246120"/>
          </a:xfrm>
          <a:prstGeom prst="roundRect">
            <a:avLst>
              <a:gd name="adj" fmla="val 2817"/>
            </a:avLst>
          </a:prstGeom>
          <a:solidFill>
            <a:srgbClr val="1D232B"/>
          </a:solidFill>
          <a:ln w="12700">
            <a:solidFill>
              <a:srgbClr val="1D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53312"/>
            <a:ext cx="4663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max_subarray(arr):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 = best = arr[0]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arr[1:]: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 = max(x, current + x)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best = max(best, current)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best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[-2, 1, -3, 4, -1, 2, 1, -5, 4]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print(max_subarray(nums))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97880" y="118872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6276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278892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arr[0], not 0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 over the array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variables, no extra list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fast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every subarray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extra space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million numbers: about 500 billion sums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325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Kadane's algorithm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828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E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extra space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million numbers: 1 million steps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out: every number negative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56232" y="1417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2B134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843784" y="1417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43784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-1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8138160" cy="1691640"/>
          </a:xfrm>
          <a:prstGeom prst="roundRect">
            <a:avLst>
              <a:gd name="adj" fmla="val 6486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2608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the largest single number, here -1.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current and best started at 0, the code would wrongly print 0: an empty run.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both at arr[0] keeps the answer a real subarray.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971800"/>
            <a:ext cx="438912" cy="438912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9718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negative running sum: it can only hurt.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593592"/>
            <a:ext cx="438912" cy="438912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593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5935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two numbers: current (ends here) and best (so far).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215384"/>
            <a:ext cx="438912" cy="438912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215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215384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pass: O(n) time, O(1) space.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Kadane's Algorithm</dc:title>
  <dc:subject>PptxGenJS Presentation</dc:subject>
  <dc:creator>Eris demo</dc:creator>
  <cp:lastModifiedBy>Eris demo</cp:lastModifiedBy>
  <cp:revision>1</cp:revision>
  <dcterms:created xsi:type="dcterms:W3CDTF">2026-10-26T11:17:56Z</dcterms:created>
  <dcterms:modified xsi:type="dcterms:W3CDTF">2026-10-26T11:17:56Z</dcterms:modified>
</cp:coreProperties>
</file>