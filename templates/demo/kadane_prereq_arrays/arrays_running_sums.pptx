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A33"/>
                </a:solidFill>
                <a:latin typeface="Calibri"/>
              </a:rPr>
              <a:t>Steps needed as the input grows (n)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1E9E8C"/>
            </a:solidFill>
            <a:ln w="38100" cap="flat">
              <a:solidFill>
                <a:srgbClr val="1E9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9E8C"/>
              </a:solidFill>
              <a:ln w="9525" cap="flat">
                <a:solidFill>
                  <a:srgbClr val="1E9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O(n²)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B7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Arrays, Subarrays and Running Sums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8A4F78"/>
          </a:solidFill>
          <a:ln w="12700">
            <a:solidFill>
              <a:srgbClr val="8A4F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ideas you need before Kadane's algorithm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before: Kadane's algorithm (maximum subarray)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and its indexes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3258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311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10512" y="13258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10512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10512" y="22311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52344" y="13258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22311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94176" y="13258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94176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94176" y="22311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36008" y="13258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36008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22311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3258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22311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743200"/>
            <a:ext cx="8138160" cy="164592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29260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a list of values in a fixed order.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has an index, starting from 0: here arr[2] is 7.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len(arr) is the number of values: 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subarray?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62456" y="1234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E9E8C"/>
          </a:solidFill>
          <a:ln w="15875">
            <a:solidFill>
              <a:srgbClr val="1E9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62456" y="1234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39112" y="1234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E9E8C"/>
          </a:solidFill>
          <a:ln w="15875">
            <a:solidFill>
              <a:srgbClr val="1E9E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39112" y="1234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15768" y="1234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E9E8C"/>
          </a:solidFill>
          <a:ln w="15875">
            <a:solidFill>
              <a:srgbClr val="1E9E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15768" y="1234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92424" y="1234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2424" y="1234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69080" y="12344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69080" y="1234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1271016"/>
            <a:ext cx="530352" cy="530352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044" y="1398300"/>
            <a:ext cx="275783" cy="27578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623560" y="12710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[-2, 7, 3]: next to each other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85800" y="219456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362456" y="219456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62456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039112" y="219456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39112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2715768" y="219456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15768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392424" y="219456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92424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069080" y="219456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E9E8C"/>
          </a:solidFill>
          <a:ln w="15875">
            <a:solidFill>
              <a:srgbClr val="1E9E8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69080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937760" y="2231136"/>
            <a:ext cx="530352" cy="530352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044" y="2358420"/>
            <a:ext cx="275783" cy="275783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623560" y="22311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[6]: one value counts too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685800" y="31546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1A3A3"/>
          </a:solidFill>
          <a:ln w="15875">
            <a:solidFill>
              <a:srgbClr val="E1A3A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" y="3154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1362456" y="31546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362456" y="3154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2039112" y="31546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1A3A3"/>
          </a:solidFill>
          <a:ln w="15875">
            <a:solidFill>
              <a:srgbClr val="E1A3A3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2039112" y="3154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2715768" y="31546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2715768" y="3154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3392424" y="31546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392424" y="3154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800" dirty="0"/>
          </a:p>
        </p:txBody>
      </p:sp>
      <p:sp>
        <p:nvSpPr>
          <p:cNvPr id="43" name="Shape 39"/>
          <p:cNvSpPr/>
          <p:nvPr/>
        </p:nvSpPr>
        <p:spPr>
          <a:xfrm>
            <a:off x="4069080" y="31546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069080" y="3154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4937760" y="3191256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044" y="3318540"/>
            <a:ext cx="275783" cy="275783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5623560" y="31912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[5, 7]: skips -2, so not a subarray</a:t>
            </a:r>
            <a:endParaRPr lang="en-US" sz="1500" dirty="0"/>
          </a:p>
        </p:txBody>
      </p:sp>
      <p:sp>
        <p:nvSpPr>
          <p:cNvPr id="48" name="Text 43"/>
          <p:cNvSpPr txBox="1"/>
          <p:nvPr/>
        </p:nvSpPr>
        <p:spPr>
          <a:xfrm>
            <a:off x="502920" y="4160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subarray is a run of values that sit next to each other, with nothing skipped.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subarrays are there?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35661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(length)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Subarrays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9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9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434840" y="118872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70916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(n + 1) / 2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22402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where a subarray starts and where it ends. For 9 numbers that is 45 subarrays, and the count grows like n²: checking them all gets slow fast.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running sum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2801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19072" y="12801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19072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9464" y="12801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9464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9856" y="12801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9856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70248" y="12801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70248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23317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D7EFEA"/>
          </a:solidFill>
          <a:ln w="15875">
            <a:solidFill>
              <a:srgbClr val="D7EF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719072" y="23317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D7EFEA"/>
          </a:solidFill>
          <a:ln w="15875">
            <a:solidFill>
              <a:srgbClr val="D7EF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19072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569464" y="23317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D7EFEA"/>
          </a:solidFill>
          <a:ln w="15875">
            <a:solidFill>
              <a:srgbClr val="D7EF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9464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19856" y="23317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D7EFEA"/>
          </a:solidFill>
          <a:ln w="15875">
            <a:solidFill>
              <a:srgbClr val="D7EF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9856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70248" y="23317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D7EFEA"/>
          </a:solidFill>
          <a:ln w="15875">
            <a:solidFill>
              <a:srgbClr val="D7EF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70248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sum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8138160" cy="1005840"/>
          </a:xfrm>
          <a:prstGeom prst="roundRect">
            <a:avLst>
              <a:gd name="adj" fmla="val 10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5204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running sum is the previous one plus the next value: 3, then 3 - 1 = 2, then 2 + 2 = 4, then 4 - 5 = -1, then -1 + 4 = 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max() picks the larger value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max(4, 9)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9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64408" y="11887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max(-3, 2)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025896" y="11887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max(-1, -6)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-1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8138160" cy="1097280"/>
          </a:xfrm>
          <a:prstGeom prst="roundRect">
            <a:avLst>
              <a:gd name="adj" fmla="val 10000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9184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Kadane's algorithm uses max() twice at every step: to choose whether to keep a running sum, and to remember the best 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Big-O: how work grows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4300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55080" y="1143000"/>
            <a:ext cx="2286000" cy="3429000"/>
          </a:xfrm>
          <a:prstGeom prst="roundRect">
            <a:avLst>
              <a:gd name="adj" fmla="val 48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3796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for O(n²) at n = 10, against 10 for O(n)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278892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grows in step with the input. O(n²) grows with its square.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0815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subarray is a run of neighbours, nothing skipped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55701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3493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sum adds one value at a time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03250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684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beats O(n²) as the input grows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553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Kadane's algorithm finds the best subarray in one pass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Arrays, Subarrays and Running Sums</dc:title>
  <dc:subject>PptxGenJS Presentation</dc:subject>
  <dc:creator>Eris demo</dc:creator>
  <cp:lastModifiedBy>Eris demo</cp:lastModifiedBy>
  <cp:revision>1</cp:revision>
  <dcterms:created xsi:type="dcterms:W3CDTF">2026-10-26T11:26:06Z</dcterms:created>
  <dcterms:modified xsi:type="dcterms:W3CDTF">2026-10-26T11:26:06Z</dcterms:modified>
</cp:coreProperties>
</file>